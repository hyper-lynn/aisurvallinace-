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</a:defRPr>
            </a:pPr>
            <a:r>
              <a:t>S-EYE INTELLIGENT SURVEILLANCE</a:t>
            </a:r>
          </a:p>
          <a:p>
            <a:pPr>
              <a:spcAft>
                <a:spcPts val="1000"/>
              </a:spcAft>
              <a:defRPr sz="3400" b="1">
                <a:solidFill>
                  <a:srgbClr val="FFFFFF"/>
                </a:solidFill>
              </a:defRPr>
            </a:pPr>
            <a:r>
              <a:t>Real-Time AI Industrial Security</a:t>
            </a:r>
          </a:p>
          <a:p>
            <a:pPr>
              <a:spcAft>
                <a:spcPts val="2000"/>
              </a:spcAft>
              <a:defRPr sz="2400" b="1">
                <a:solidFill>
                  <a:srgbClr val="3B82F6"/>
                </a:solidFill>
              </a:defRPr>
            </a:pPr>
            <a:r>
              <a:t>with Media Alert Integration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</a:defRPr>
            </a:pPr>
            <a:r>
              <a:t>• 24/7 Autonomous AI Video Stream Analysis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</a:defRPr>
            </a:pPr>
            <a:r>
              <a:t>• Human Motion Detection &amp; Face Recognition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</a:defRPr>
            </a:pPr>
            <a:r>
              <a:t>• Instant Telegram Photo &amp; Video Clip Alerts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</a:defRPr>
            </a:pPr>
            <a:r>
              <a:t>• Zero Operator Fatigue &amp; Proactive Deterrence</a:t>
            </a:r>
          </a:p>
        </p:txBody>
      </p:sp>
      <p:pic>
        <p:nvPicPr>
          <p:cNvPr id="4" name="Picture 3" descr="pamphlet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731520"/>
            <a:ext cx="4480560" cy="60007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TECHNOLOGY OVERVIEW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Core AI Detection &amp; Analytics Engines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2000" b="1">
                <a:solidFill>
                  <a:srgbClr val="06B6D4"/>
                </a:solidFill>
              </a:defRPr>
            </a:pPr>
            <a:r>
              <a:t>Human Motion Detection Engine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✔ Real-Time Stream Processing: Ingests RTSP feeds directly from IP cameras.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✔ Restricted Zone Intrusion: Detects unauthorized entry into sensitive areas.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✔ Off-Hours Surveillance: Automatically monitors facility perimeters at night.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✔ Resource Efficiency: Discards unoccupied frames to optimize server load.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2000" b="1">
                <a:solidFill>
                  <a:srgbClr val="3B82F6"/>
                </a:solidFill>
              </a:defRPr>
            </a:pPr>
            <a:r>
              <a:t>Face Recognition &amp; Identity Verification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✔ Biometric Verification: Compares detected faces against authorized encodings.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✔ Employee vs Stranger Classification: Instantly flags unauthorized strangers.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✔ Encrypted Local Database: Securely stores employee face profiles in SQLite.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✔ Low False-Alarm Rate: High precision detection eliminates false security alerts.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ALERT DISPATCH SYSTEM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Real-Time Multi-Channel Media Alert Integration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800" b="1">
                <a:solidFill>
                  <a:srgbClr val="3B82F6"/>
                </a:solidFill>
              </a:defRPr>
            </a:pPr>
            <a:r>
              <a:t>Rich Photo Snapshots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Captures crystal-clear high-definition photo snapshots at the exact moment of security breach.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59" y="164592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800" b="1">
                <a:solidFill>
                  <a:srgbClr val="06B6D4"/>
                </a:solidFill>
              </a:defRPr>
            </a:pPr>
            <a:r>
              <a:t>Video Clip Recording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Records short video clips of the event to provide immediate visual context to security teams.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800" b="1">
                <a:solidFill>
                  <a:srgbClr val="3B82F6"/>
                </a:solidFill>
              </a:defRPr>
            </a:pPr>
            <a:r>
              <a:t>Telegram Bot Dispatcher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Delivers alerts directly to private chats, tactical group channels, and broadcast security HQs.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59" y="393192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800" b="1">
                <a:solidFill>
                  <a:srgbClr val="06B6D4"/>
                </a:solidFill>
              </a:defRPr>
            </a:pPr>
            <a:r>
              <a:t>Mobile &amp; Desktop App Push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Cross-platform notifications containing timestamp, camera location ID, and threat level status.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SYSTEM ARCHITECTURE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End-to-End System Workflow Architecture</a:t>
            </a:r>
          </a:p>
        </p:txBody>
      </p:sp>
      <p:pic>
        <p:nvPicPr>
          <p:cNvPr id="4" name="Picture 3" descr="project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10728655" cy="1750248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BUSINESS IMPACT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Key Security, Financial &amp; Operational Benefits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728655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Proactive Security Deterrence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Shifts security operations from post-incident review to real-time incident prevention.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10728655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B82F6"/>
                </a:solidFill>
              </a:defRPr>
            </a:pPr>
            <a:r>
              <a:t>Zero Operator Fatigue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AI monitors all cameras 24/7 without fatigue, eliminating human monitoring errors.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10728655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Cost Efficiency &amp; Scaling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Integrates seamlessly with existing CCTV hardware, avoiding expensive infrastructure upgrades.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120640"/>
            <a:ext cx="10728655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B82F6"/>
                </a:solidFill>
              </a:defRPr>
            </a:pPr>
            <a:r>
              <a:t>Verifiable Audit Logging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Maintains complete digital logs with images, timestamps, and face IDs for compliance audits.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SPECIFICATIONS &amp; CONTACT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Technical Specifications &amp; Contact Details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2000" b="1">
                <a:solidFill>
                  <a:srgbClr val="06B6D4"/>
                </a:solidFill>
              </a:defRPr>
            </a:pPr>
            <a:r>
              <a:t>Technical Specifications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Camera Input: RTSP Streams, IP Cameras, NVR/DVR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AI Vision Engine: Human Motion &amp; Face Recognition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Alert Destination: Telegram Bot API, Mobile/Desktop App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Database Engine: Encrypted SQLite Persistence Layer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Deployment: Local Server / Cloud Hybrid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2000" b="1">
                <a:solidFill>
                  <a:srgbClr val="3B82F6"/>
                </a:solidFill>
              </a:defRPr>
            </a:pPr>
            <a:r>
              <a:t>Get Started with S-Eye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Product Name: S-Eye Security Platform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System Status: Production Ready / Custom Integration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Email Support: support@s-eye-security.com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Official Website: www.s-eye-security.com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Request Demo: Contact Security Integration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